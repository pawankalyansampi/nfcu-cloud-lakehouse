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Calibri"/>
              </a:rPr>
              <a:t>NAVY FEDERAL CREDIT UNION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Cloud Financial Data Lakehouse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A227"/>
                </a:solidFill>
                <a:latin typeface="Calibri"/>
              </a:rPr>
              <a:t>Business problem, AWS architecture, and the people who delivered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Vienna, VA  ·  Apr 2025 – Present
Senior Data Engineer  ·  Badhari Swaroop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A227"/>
                </a:solidFill>
                <a:latin typeface="Calibri"/>
              </a:rPr>
              <a:t>Terraform  ·  S3  ·  Kinesis  ·  Glue  ·  Athena  ·  Databricks  ·  Docker  ·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Business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62356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91440" cy="4846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Calibri"/>
              </a:rPr>
              <a:t>What Navy Federal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21208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D4A57"/>
                </a:solidFill>
                <a:latin typeface="Calibri"/>
              </a:rPr>
              <a:t>Member payments and bank-account activity sat in separate systems. Fraud review, finance reporting, and policy questions each used a different extract.
That caused late fraud flags, mismatched daily totals, and no single place to query governed lake data.
The credit union needed one cloud lakehouse: batch + near-real-time events, quality checks, and self-serve SQL for reporting.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Calibri"/>
              </a:rPr>
              <a:t>What we 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16636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D4A57"/>
                </a:solidFill>
                <a:latin typeface="Calibri"/>
              </a:rPr>
              <a:t>• One S3 lake (bronze / silver / gold) for Plaid-style accounts and PaySim payments
• Kinesis for payment events, landed to S3
• Databricks PySpark batch + Structured Streaming
• Glue Catalog + Athena for governed SQL
• FastAPI + Streamlit for APIs and dashboards
• Terraform so the environment can be created and torn down for cost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Navy Federal Credit Union  |  Vienna, VA  |  Cloud Lakehouse  |  Apr 2025 – Present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47104"/>
            <a:ext cx="1463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C9A227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People who worked on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Badhari Swaroop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Senior Data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D4A57"/>
                </a:solidFill>
                <a:latin typeface="Calibri"/>
              </a:rPr>
              <a:t>Owned Terraform, the Python lakehouse, Kinesis producer, APIs, Docker, and Databricks notebooks.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Data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Platform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D4A57"/>
                </a:solidFill>
                <a:latin typeface="Calibri"/>
              </a:rPr>
              <a:t>Set the medallion lake (bronze / silver / gold), Glue catalog, and Athena workgroup pattern.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71800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Fraud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Business consumer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D4A57"/>
                </a:solidFill>
                <a:latin typeface="Calibri"/>
              </a:rPr>
              <a:t>Uses fraud flags and gold fraud summary for same-day payment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971800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08152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Finance /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80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Business consumer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D4A57"/>
                </a:solidFill>
                <a:latin typeface="Calibri"/>
              </a:rPr>
              <a:t>Uses Athena gold volume and Streamlit KPIs as the daily numbers.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572000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8172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Compliance / 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Control 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D4A57"/>
                </a:solidFill>
                <a:latin typeface="Calibri"/>
              </a:rPr>
              <a:t>Keeps secrets out of git, no full account numbers on the dashboard, demo policies in RAG.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572000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68172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Product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83480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Priority and 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257800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D4A57"/>
                </a:solidFill>
                <a:latin typeface="Calibri"/>
              </a:rPr>
              <a:t>Accepted the demo: lake files on S3, Kinesis events, Databricks gold counts, Athena SQL.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Navy Federal Credit Union  |  Vienna, VA  |  Cloud Lakehouse  |  Apr 2025 – Present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47104"/>
            <a:ext cx="1463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C9A227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Cloud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21284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212848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1.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965960"/>
            <a:ext cx="206654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D4A57"/>
                </a:solidFill>
                <a:latin typeface="Calibri"/>
              </a:rPr>
              <a:t>Plaid-style accounts
PaySim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1" y="24688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9192" y="1417320"/>
            <a:ext cx="221284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9192" y="1417320"/>
            <a:ext cx="2212848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417320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2. 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1965960"/>
            <a:ext cx="206654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D4A57"/>
                </a:solidFill>
                <a:latin typeface="Calibri"/>
              </a:rPr>
              <a:t>Batch → S3 bronze
Events → Kinesis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3" y="24688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8344" y="1417320"/>
            <a:ext cx="221284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8344" y="1417320"/>
            <a:ext cx="2212848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8344" y="1417320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3.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1965960"/>
            <a:ext cx="206654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D4A57"/>
                </a:solidFill>
                <a:latin typeface="Calibri"/>
              </a:rPr>
              <a:t>Databricks PySpark
Structured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5" y="24688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1417320"/>
            <a:ext cx="221284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97496" y="1417320"/>
            <a:ext cx="2212848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1417320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4. Lake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1965960"/>
            <a:ext cx="206654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D4A57"/>
                </a:solidFill>
                <a:latin typeface="Calibri"/>
              </a:rPr>
              <a:t>S3 + Glue Catalog
bronze / silver / gold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7" y="24688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6648" y="1417320"/>
            <a:ext cx="221284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56648" y="1417320"/>
            <a:ext cx="2212848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6648" y="1417320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5. Serve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1965960"/>
            <a:ext cx="206654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D4A57"/>
                </a:solidFill>
                <a:latin typeface="Calibri"/>
              </a:rPr>
              <a:t>Athena SQL
FastAPI + Streamlit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206240"/>
            <a:ext cx="115214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31596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Platform (what we actually ran)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709160"/>
            <a:ext cx="11155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D4A57"/>
                </a:solidFill>
                <a:latin typeface="Calibri"/>
              </a:rPr>
              <a:t>Terraform provisions S3, Glue, Athena, Kinesis, and CloudWatch. Docker runs API, Streamlit, and Airflow. GitHub Actions validates Terraform. Databricks Free Edition runs Spark (serverless). Quality checks are Python (Great Expectations-style). Dashboard is Streamlit, not Tableau. RDS, Redshift, VPC, and KMS were removed to control student cost.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Navy Federal Credit Union  |  Vienna, VA  |  Cloud Lakehouse  |  Apr 2025 – Present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47104"/>
            <a:ext cx="1463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C9A227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implemented vs the target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3856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91440" cy="1463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Calibri"/>
              </a:rPr>
              <a:t>Ran for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927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D4A57"/>
                </a:solidFill>
                <a:latin typeface="Calibri"/>
              </a:rPr>
              <a:t>Terraform, S3 lake, Kinesis (13 events), Glue, Athena, Databricks batch (gold 5/2/3), streaming notebook, Docker, Streamlit, CloudWatch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71800"/>
            <a:ext cx="1133856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971800"/>
            <a:ext cx="91440" cy="1463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Calibri"/>
              </a:rPr>
              <a:t>Student stand-in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20440"/>
            <a:ext cx="10927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D4A57"/>
                </a:solidFill>
                <a:latin typeface="Calibri"/>
              </a:rPr>
              <a:t>Airflow in Docker (not MWAA). dbt as gold SQL files. Quality in Python. Streamlit instead of Tableau. Streaming uses availableNow on serverless (not live Kinesis→Spark)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572000"/>
            <a:ext cx="1133856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572000"/>
            <a:ext cx="91440" cy="1463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0916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Calibri"/>
              </a:rPr>
              <a:t>Not in this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20640"/>
            <a:ext cx="10927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D4A57"/>
                </a:solidFill>
                <a:latin typeface="Calibri"/>
              </a:rPr>
              <a:t>Snowflake trial (code only). Tableau. Great Expectations product. VPC / KMS / RDS / Redshift (removed for cost)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Navy Federal Credit Union  |  Vienna, VA  |  Cloud Lakehouse  |  Apr 2025 – 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47104"/>
            <a:ext cx="1463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C9A227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Business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62356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91440" cy="2148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Calibri"/>
              </a:rPr>
              <a:t>One lake for payments and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D4A57"/>
                </a:solidFill>
                <a:latin typeface="Calibri"/>
              </a:rPr>
              <a:t>Bronze / silver / gold on S3, cataloged in Glue, queried in Athena.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62356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91440" cy="2148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Calibri"/>
              </a:rPr>
              <a:t>Faster fraud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D4A57"/>
                </a:solidFill>
                <a:latin typeface="Calibri"/>
              </a:rPr>
              <a:t>High-risk TRANSFER and CASH_OUT land in gold fraud summary (2 types in Databricks).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03320"/>
            <a:ext cx="562356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703320"/>
            <a:ext cx="91440" cy="2148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Calibri"/>
              </a:rPr>
              <a:t>Near-real-time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D4A57"/>
                </a:solidFill>
                <a:latin typeface="Calibri"/>
              </a:rPr>
              <a:t>Kinesis → S3 landing. Databricks Structured Streaming for event processing.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562356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91440" cy="2148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40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Calibri"/>
              </a:rPr>
              <a:t>Cost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5196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D4A57"/>
                </a:solidFill>
                <a:latin typeface="Calibri"/>
              </a:rPr>
              <a:t>No Redshift. Tear down with terraform destroy. Typical demo day well under $1.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Navy Federal Credit Union  |  Vienna, VA  |  Cloud Lakehouse  |  Apr 2025 – Present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47104"/>
            <a:ext cx="1463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C9A227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A227"/>
                </a:solidFill>
                <a:latin typeface="Calibri"/>
              </a:rPr>
              <a:t>Navy Federal Credit Union  ·  Vienna, VA
Cloud Financial Data Lakehouse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Create:   terraform apply
Load:     python run_local.py   or   docker compose up --build
Query:    Athena workgroup nfcu-cloud-analytics
Stop:     terraform destroy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